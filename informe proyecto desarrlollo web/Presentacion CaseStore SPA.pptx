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64801"/>
            <a:ext cx="11049000" cy="5905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11715" y="1955602"/>
            <a:ext cx="4024409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4350" b="0" i="0" u="none" dirty="0" err="1">
                <a:solidFill>
                  <a:srgbClr val="FFFFFF"/>
                </a:solidFill>
                <a:latin typeface="Plus Jakarta Sans ExtraBold"/>
              </a:rPr>
              <a:t>CaseStore</a:t>
            </a:r>
            <a:r>
              <a:rPr sz="4350" b="0" i="0" u="none" dirty="0">
                <a:solidFill>
                  <a:srgbClr val="FFFFFF"/>
                </a:solidFill>
                <a:latin typeface="Plus Jakarta Sans ExtraBold"/>
              </a:rPr>
              <a:t> 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59955" y="2868645"/>
            <a:ext cx="8096250" cy="649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lang="es-ES" sz="1650" b="0" i="0" u="none">
                <a:solidFill>
                  <a:srgbClr val="C7D2FE"/>
                </a:solidFill>
                <a:latin typeface="Inter"/>
              </a:rPr>
              <a:t>Diseño y Desarrollo de una Aplicación de Página Única para E-Commerce de Carcasas de Celulares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975" y="1329778"/>
            <a:ext cx="1590675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787" y="1329778"/>
            <a:ext cx="2790825" cy="333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33750" y="3834049"/>
            <a:ext cx="5524500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s-ES" sz="1200" b="1" i="0" u="none">
                <a:solidFill>
                  <a:schemeClr val="bg1"/>
                </a:solidFill>
                <a:latin typeface="Inter"/>
              </a:rPr>
              <a:t>Alumno:</a:t>
            </a:r>
            <a:r>
              <a:rPr lang="es-ES" sz="1200" b="0" i="0" u="none">
                <a:solidFill>
                  <a:schemeClr val="bg1"/>
                </a:solidFill>
                <a:latin typeface="Inter"/>
              </a:rPr>
              <a:t> Jiménez Brown, Iñigo Diego  |  </a:t>
            </a:r>
            <a:r>
              <a:rPr lang="es-ES" sz="1200" b="1" i="0" u="none">
                <a:solidFill>
                  <a:schemeClr val="bg1"/>
                </a:solidFill>
                <a:latin typeface="Inter"/>
              </a:rPr>
              <a:t>Carrera:</a:t>
            </a:r>
            <a:r>
              <a:rPr lang="es-ES" sz="1200" b="0" i="0" u="none">
                <a:solidFill>
                  <a:schemeClr val="bg1"/>
                </a:solidFill>
                <a:latin typeface="Inter"/>
              </a:rPr>
              <a:t> Computación e Informática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7462" y="4355639"/>
            <a:ext cx="5524500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lang="es-ES" sz="1200" b="1" i="0" u="none">
                <a:solidFill>
                  <a:schemeClr val="bg1"/>
                </a:solidFill>
                <a:latin typeface="Inter"/>
              </a:rPr>
              <a:t>Docente:</a:t>
            </a:r>
            <a:r>
              <a:rPr lang="es-ES" sz="1200" b="0" i="0" u="none">
                <a:solidFill>
                  <a:schemeClr val="bg1"/>
                </a:solidFill>
                <a:latin typeface="Inter"/>
              </a:rPr>
              <a:t> Sergio Fabricio </a:t>
            </a:r>
            <a:r>
              <a:rPr lang="es-ES" sz="1200" b="0" i="0" u="none" dirty="0" err="1">
                <a:solidFill>
                  <a:schemeClr val="bg1"/>
                </a:solidFill>
                <a:latin typeface="Inter"/>
              </a:rPr>
              <a:t>Saens</a:t>
            </a:r>
            <a:r>
              <a:rPr lang="es-ES" sz="1200" b="0" i="0" u="none" dirty="0">
                <a:solidFill>
                  <a:schemeClr val="bg1"/>
                </a:solidFill>
                <a:latin typeface="Inter"/>
              </a:rPr>
              <a:t> Maceta  |  </a:t>
            </a:r>
            <a:r>
              <a:rPr lang="es-ES" sz="1200" b="1" i="0" u="none" dirty="0">
                <a:solidFill>
                  <a:schemeClr val="bg1"/>
                </a:solidFill>
                <a:latin typeface="Inter"/>
              </a:rPr>
              <a:t>Ciclo:</a:t>
            </a:r>
            <a:r>
              <a:rPr lang="es-ES" sz="1200" b="0" i="0" u="none" dirty="0">
                <a:solidFill>
                  <a:schemeClr val="bg1"/>
                </a:solidFill>
                <a:latin typeface="Inter"/>
              </a:rPr>
              <a:t> Segundo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559294"/>
            <a:ext cx="11049000" cy="590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912" y="2207119"/>
            <a:ext cx="1209675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0393" y="2502394"/>
            <a:ext cx="570071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1E1B4B"/>
                </a:solidFill>
                <a:latin typeface="Plus Jakarta Sans ExtraBold"/>
              </a:rPr>
              <a:t>Resumen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19750" y="3550144"/>
            <a:ext cx="7620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28875" y="3816844"/>
            <a:ext cx="7143750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500" b="0" i="0" u="none">
                <a:solidFill>
                  <a:srgbClr val="4F46E5"/>
                </a:solidFill>
                <a:latin typeface="Inter Medium"/>
              </a:rPr>
              <a:t>Una solución e-commerce moderna, veloz y reactiva construida bajo arquitectura Single Page Application (SPA) para optimizar la compra de carcasas móviles.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7071"/>
            <a:ext cx="5286375" cy="219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02346"/>
            <a:ext cx="5550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Experiencia E-Commerce Fluida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645271"/>
            <a:ext cx="5286375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959596"/>
            <a:ext cx="555069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Navegación Móvil de Alta Eficiencia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321546"/>
            <a:ext cx="52863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El crecimiento del e-commerce exige plataformas web ultra rápidas. CaseStore transforma la compra tradicional cargando una sola vez el documento HTML y actualizando dinámicamente sus vistas.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186237"/>
            <a:ext cx="52863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Esto elimina tiempos muertos por recarga completa, permitiendo explorar catálogos y gestionar el carrito de compras al instante desde cualquier dispositivo.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2279"/>
            <a:ext cx="3530649" cy="31506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282279"/>
            <a:ext cx="3530649" cy="31506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282279"/>
            <a:ext cx="3530649" cy="31506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558504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263354"/>
            <a:ext cx="182022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625304"/>
            <a:ext cx="2978199" cy="141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Desarrollar una aplicación web SPA e-commerce para la venta de carcasas de celulares con catálogo interactivo y carrito de compras dinámico, garantizando rapidez y alta fluidez de usuario.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558504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263354"/>
            <a:ext cx="223027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Diseño e Interfaz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625304"/>
            <a:ext cx="2978199" cy="1180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Diseñar una interfaz atractiva, intuitiva y adaptable (responsive). Implementar la arquitectura SPA en React para maximizar la velocidad de respuesta y dinamismo visual.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558504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263354"/>
            <a:ext cx="196024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Catálogo y Carrito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625304"/>
            <a:ext cx="2978199" cy="1180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Construir un catálogo estructurado por modelos de teléfono e integrar una gestión integral del carrito que permita agregar y eliminar artículos sin perder el estado global.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701379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562" y="2701379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811" y="2701379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Objetivos del Proyecto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279" y="1670196"/>
            <a:ext cx="7061177" cy="39740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554" y="1994046"/>
            <a:ext cx="2449540" cy="2874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9353" y="2337330"/>
            <a:ext cx="5467665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Funcionalidades Incluidas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4554" y="2651270"/>
            <a:ext cx="5561088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Página de Inicio con productos destacados.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554" y="3001760"/>
            <a:ext cx="5561088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s-ES" sz="1200" b="0" i="0" u="none">
                <a:solidFill>
                  <a:srgbClr val="475569"/>
                </a:solidFill>
                <a:latin typeface="Inter"/>
              </a:rPr>
              <a:t>• Catálogo dinámico organizado por marcas y modelos.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554" y="3352250"/>
            <a:ext cx="5561088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Vista individual con detalles completos de producto.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554" y="3702740"/>
            <a:ext cx="5561088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Carrito de compras interactivo (Agregar/Eliminar).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554" y="4053230"/>
            <a:ext cx="5561088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Navegación continua SPA sin recarga del navegador.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554" y="2317896"/>
            <a:ext cx="274948" cy="2749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Alcance del Sistema CaseStore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28961"/>
            <a:ext cx="5286375" cy="219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224236"/>
            <a:ext cx="5550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Ventajas de la Arquitectura SPA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2767161"/>
            <a:ext cx="5286375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3081486"/>
            <a:ext cx="555069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Desarrollo Basado en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443436"/>
            <a:ext cx="52863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La estructura Single Page Application renderiza los cambios de vista del usuario mediante JavaScript en el lado del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064347"/>
            <a:ext cx="52863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Esto optimiza el consumo de ancho de banda y permite que componentes como la barra de navegación y el carrito mantengan su estado global de forma permanente durante toda la sesión.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0300"/>
            <a:ext cx="2590800" cy="29145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400300"/>
            <a:ext cx="2590800" cy="291450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400300"/>
            <a:ext cx="2590800" cy="291450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400300"/>
            <a:ext cx="2590800" cy="291450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76525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381375"/>
            <a:ext cx="70008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INICIO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43325"/>
            <a:ext cx="20383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Muestra el banner principal de bienvenida y la grilla de productos destacados con acceso rápido de compra.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125" y="2676525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67125" y="3381375"/>
            <a:ext cx="12501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CARCASAS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7125" y="3743325"/>
            <a:ext cx="20383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Catálogo completo con filtros de búsqueda por marca, modelo de celular y ordenamiento de precios.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676525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3381375"/>
            <a:ext cx="127015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NOSOTROS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743325"/>
            <a:ext cx="20383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Sección institucional con la historia, misión, visión y los valores diferenciales de la marca CaseStore.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5925" y="2676525"/>
            <a:ext cx="514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05925" y="3381375"/>
            <a:ext cx="99012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CARRITO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5925" y="3743325"/>
            <a:ext cx="2038350" cy="1180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Resumen detallado de productos seleccionados, cálculo de totales y opción de depurar artículos antes de confirmar.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312" y="2819400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8575" y="2819400"/>
            <a:ext cx="1714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0825" y="2819400"/>
            <a:ext cx="28575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20225" y="2819400"/>
            <a:ext cx="2857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Mapa de Navegación de CaseStore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43125"/>
            <a:ext cx="5381625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43125"/>
            <a:ext cx="565070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Funcionalidad Central e-Commerce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52650"/>
            <a:ext cx="5362575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505075"/>
            <a:ext cx="50387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1E1B4B"/>
                </a:solidFill>
                <a:latin typeface="Inter"/>
              </a:rPr>
              <a:t>Añadido Inmediato: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Posibilidad de agregar carcasas desde Inicio o Catálogo con actualización del contador global.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78373"/>
            <a:ext cx="50387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1E1B4B"/>
                </a:solidFill>
                <a:latin typeface="Inter"/>
              </a:rPr>
              <a:t>Persistencia en SPA: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Los elementos añadidos permanecen guardados al cambiar entre pestañas.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1671"/>
            <a:ext cx="50387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1E1B4B"/>
                </a:solidFill>
                <a:latin typeface="Inter"/>
              </a:rPr>
              <a:t>Gestión Flexible: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Opción para eliminar productos indeseados y previsualizar los precios unitarios.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4970"/>
            <a:ext cx="50387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1E1B4B"/>
                </a:solidFill>
                <a:latin typeface="Inter"/>
              </a:rPr>
              <a:t>Resumen del Pedido: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Muestra el detalle del modelo de teléfono seleccionado y la sumatoria total del pedido.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19362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9266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65959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39257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Módulo del Carrito de Compras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36490"/>
            <a:ext cx="107061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1E1B4B"/>
                </a:solidFill>
                <a:latin typeface="Inter"/>
              </a:rPr>
              <a:t>Implementación Exitosa de React: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Se logró una aplicación funcional basada en componentes reutilizables, props y estados, asegurando una arquitectura limpia.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09788"/>
            <a:ext cx="107061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1E1B4B"/>
                </a:solidFill>
                <a:latin typeface="Inter"/>
              </a:rPr>
              <a:t>Navegación Fluida sin Cargas: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La arquitectura SPA optimizó los tiempos de interacción, mejorando notablemente la experiencia respecto a tiendas tradicionales.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83087"/>
            <a:ext cx="10706100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1E1B4B"/>
                </a:solidFill>
                <a:latin typeface="Inter"/>
              </a:rPr>
              <a:t>Carrito Interactivo Centralizado: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Se implementó un flujo continuo de compra que sincroniza la selección del cliente con la interfaz general.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05461"/>
            <a:ext cx="1070610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1E1B4B"/>
                </a:solidFill>
                <a:latin typeface="Inter"/>
              </a:rPr>
              <a:t>Base Sólida y Escalable: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CaseStore constituye la infraestructura ideal para integrar módulos de pago, backend y gestión de inventario en futuras etapas.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0777"/>
            <a:ext cx="21907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24076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97374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19748"/>
            <a:ext cx="2190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Conclusiones del Proyecto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7066"/>
            <a:ext cx="5381625" cy="27411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87066"/>
            <a:ext cx="5381625" cy="2741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75" y="2810916"/>
            <a:ext cx="4710588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Mejoras de UX /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172866"/>
            <a:ext cx="47910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Gestión de Cantidades: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Permitir aumentar o disminuir el número de unidades por producto directamente en el carrito.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59547"/>
            <a:ext cx="47910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Búsqueda Avanzada: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Añadir autocompletado y filtros cruzados por color, material y rango de precios.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346227"/>
            <a:ext cx="47910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Layout Adaptativo: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Maximizar la respuesta responsive para pantallas ultra-pequeñas.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8950" y="2810916"/>
            <a:ext cx="4710588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12E81"/>
                </a:solidFill>
                <a:latin typeface="Plus Jakarta Sans"/>
              </a:rPr>
              <a:t>Integración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172866"/>
            <a:ext cx="47910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Base de Datos Relacional: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Conectar un backend para almacenamiento persistente de inventario y pedidos.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759547"/>
            <a:ext cx="47910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Pasarela de Pagos: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Integrar servicios de cobro con tarjeta o billeteras digitales (Yape/Plin).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4346227"/>
            <a:ext cx="47910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Autenticación de Usuarios: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Permitir crear perfiles y consultar el historial de compras.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839491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839491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1E1B4B"/>
                </a:solidFill>
                <a:latin typeface="Plus Jakarta Sans ExtraBold"/>
              </a:rPr>
              <a:t>Recomendaciones para Futuras Versiones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699</Words>
  <Application>Microsoft Office PowerPoint</Application>
  <PresentationFormat>Panorámica</PresentationFormat>
  <Paragraphs>57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Inter</vt:lpstr>
      <vt:lpstr>Inter Medium</vt:lpstr>
      <vt:lpstr>Plus Jakarta Sans</vt:lpstr>
      <vt:lpstr>Plus Jakarta Sans ExtraBold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PC</dc:creator>
  <cp:keywords/>
  <dc:description>generated using python-pptx</dc:description>
  <cp:lastModifiedBy>PC</cp:lastModifiedBy>
  <cp:revision>2</cp:revision>
  <dcterms:created xsi:type="dcterms:W3CDTF">2013-01-27T09:14:16Z</dcterms:created>
  <dcterms:modified xsi:type="dcterms:W3CDTF">2026-08-13T02:12:53Z</dcterms:modified>
  <cp:category/>
</cp:coreProperties>
</file>